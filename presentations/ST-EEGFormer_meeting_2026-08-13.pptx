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ST-EEGFormer &amp; Calcium-imaging Foundation Models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 raw time series vs discrete VQ  ·  EEG ↔ Ca²⁺  ·  13 Aug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EEF2F6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16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  ≈  LaBraM (~62%)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EEF2F6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316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16552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43 folds — running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EEF2F6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316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MEAN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11312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 yet (wait 43/43)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3291840"/>
                <a:gridCol w="1856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ST-EEGFormer (EEG)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(Unfold + Linear) — no codebook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— reconstruct raw patches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CAPT (raw)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LaBraM (EEG)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neural tokenizer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(VQ codebook)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token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CalM (VQ)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 (Ca²⁺)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VQ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Autoregressive (cross-entropy)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 (Ca²⁺)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patch tokenization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Autoregressive (MSE, end-to-end)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— beats CalM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440680"/>
            <a:ext cx="11274552" cy="1170432"/>
          </a:xfrm>
          <a:prstGeom prst="rect">
            <a:avLst/>
          </a:prstGeom>
          <a:solidFill>
            <a:srgbClr val="FBF7EC"/>
          </a:solidFill>
          <a:ln w="12700">
            <a:solidFill>
              <a:srgbClr val="E4D9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ST-EEGFormer already works on the raw time series (no discrete tokenizer) — it is the CAPT-style model; LaBraM is the CalM-style (VQ) model.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CALM/CAPT lesson for EEG is not “remove tokenization” (already done) — it’s the self-supervised / identity-invariance idea (Miyamoto: drop neuron ID → ~1/3 params, more transferable).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6144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1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LOSO (mean ± std) · pretrained vs from-scratch backbone · test an EEG channel-identity-invariance / augmentation idea.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ST-EEGFormer x Calcium-imaging FMs — 2026-08-13</dc:title>
  <dc:subject>PptxGenJS Presentation</dc:subject>
  <dc:creator>Maxime Lacombe</dc:creator>
  <cp:lastModifiedBy>Maxime Lacombe</cp:lastModifiedBy>
  <cp:revision>1</cp:revision>
  <dcterms:created xsi:type="dcterms:W3CDTF">2026-08-12T09:47:45Z</dcterms:created>
  <dcterms:modified xsi:type="dcterms:W3CDTF">2026-08-12T09:47:45Z</dcterms:modified>
</cp:coreProperties>
</file>